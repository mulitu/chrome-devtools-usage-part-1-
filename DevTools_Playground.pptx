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Three parts: first we set context, then we do the actual challenge, then we debrief what each scenario teaches.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insight: most production bugs are about conditions, not code. DevTools lets you reproduce those conditions without touching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playground is a fake e-commerce checkout. The purchase is blocked behind 4 gates. Each gate requires a specific DevTools technique to unlock.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4 gates before we start. Don't explain solutions yet — just set expectations. Each one mirrors something that happens in real production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it over. Let the team work through it. Give them 20-30 minutes. Walk around and help. Don't give away solutions — let them discover.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each scenario. Ask: where have you seen this in production? What would you have done before knowing this technique?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mental model shift. DevTools isn't just for inspecting — it's for reproducing, isolating, and validating. That's the senior engineer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6692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4C3899"/>
          </a:solidFill>
          <a:ln w="12700">
            <a:solidFill>
              <a:srgbClr val="4C3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66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WORKSHOP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production issues like a real engineer.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3127248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1A1F2E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272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53312" y="3127248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1A1F2E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31272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40864" y="3127248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1A1F2E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31272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27432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254000" dist="50800" dir="2700000">
              <a:srgbClr val="7C5CF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274320"/>
            <a:ext cx="3566160" cy="347472"/>
          </a:xfrm>
          <a:prstGeom prst="rect">
            <a:avLst/>
          </a:prstGeom>
          <a:solidFill>
            <a:srgbClr val="1A1F2E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68112" y="384048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384048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0448" y="384048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338328"/>
            <a:ext cx="2560320" cy="219456"/>
          </a:xfrm>
          <a:prstGeom prst="roundRect">
            <a:avLst>
              <a:gd name="adj" fmla="val 20833"/>
            </a:avLst>
          </a:prstGeom>
          <a:solidFill>
            <a:srgbClr val="0D0F14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38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58384" y="685800"/>
            <a:ext cx="3456432" cy="475488"/>
          </a:xfrm>
          <a:prstGeom prst="rect">
            <a:avLst/>
          </a:prstGeom>
          <a:solidFill>
            <a:srgbClr val="1A1F2E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6858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/api/product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795528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795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58384" y="1252728"/>
            <a:ext cx="3456432" cy="475488"/>
          </a:xfrm>
          <a:prstGeom prst="rect">
            <a:avLst/>
          </a:prstGeom>
          <a:solidFill>
            <a:srgbClr val="7C5CFF">
              <a:alpha val="15000"/>
            </a:srgbClr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2527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/analytics/tracker.js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1362456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F87171">
              <a:alpha val="2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1362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58384" y="1819656"/>
            <a:ext cx="3456432" cy="475488"/>
          </a:xfrm>
          <a:prstGeom prst="rect">
            <a:avLst/>
          </a:prstGeom>
          <a:solidFill>
            <a:srgbClr val="1A1F2E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31536" y="18196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18120" y="1929384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929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58384" y="2386584"/>
            <a:ext cx="3456432" cy="475488"/>
          </a:xfrm>
          <a:prstGeom prst="rect">
            <a:avLst/>
          </a:prstGeom>
          <a:solidFill>
            <a:srgbClr val="0D0F14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23865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/api/checkout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18120" y="2496312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F87171">
              <a:alpha val="2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24963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508760" y="463600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1A1F2E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CONTEXT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11880" y="463600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1A1F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TASK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15000" y="463600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1A1F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WHAT YOU LEARN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debugging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different.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8745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edit the source. You can't restart the server. You can't change what the API returns. But you can investigate.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32461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only tool:</a:t>
            </a:r>
            <a:endParaRPr lang="en-US" sz="13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713232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9144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0" y="850392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source 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20840" y="713232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9144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850392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production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719072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1856232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API responses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720840" y="1719072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2024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040" y="1856232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3rd-party services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54880" y="2926080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161B27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108960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21808" y="2980944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lets you simulate all of these.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tries to buy headphones.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03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79222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Pro Headphones X1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5568" y="2194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 </a:t>
            </a:r>
            <a:pPr algn="l" indent="0" marL="0">
              <a:buNone/>
            </a:pPr>
            <a:r>
              <a:rPr lang="en-US" sz="13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3218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everything goes wrong.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709160" y="5669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09160" y="8229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checkout using only Chrome DevTools.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09160" y="187452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00253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75504" y="194767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code edits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09160" y="2532888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6609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260604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access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09160" y="3191256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31927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75504" y="326440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restarts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709160" y="3886200"/>
            <a:ext cx="3474720" cy="777240"/>
          </a:xfrm>
          <a:prstGeom prst="roundRect">
            <a:avLst>
              <a:gd name="adj" fmla="val 14118"/>
            </a:avLst>
          </a:prstGeom>
          <a:solidFill>
            <a:srgbClr val="161B27"/>
          </a:solidFill>
          <a:ln w="25400">
            <a:solidFill>
              <a:srgbClr val="7C5CFF"/>
            </a:solidFill>
            <a:prstDash val="solid"/>
          </a:ln>
          <a:effectLst>
            <a:outerShdw sx="100000" sy="100000" kx="0" ky="0" algn="bl" rotWithShape="0" blurRad="254000" dist="50800" dir="2700000">
              <a:srgbClr val="7C5CFF">
                <a:alpha val="3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5993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39502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Only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gates. Each one a real skill.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3108960"/>
          </a:xfrm>
          <a:prstGeom prst="roundRect">
            <a:avLst>
              <a:gd name="adj" fmla="val 5581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399032"/>
            <a:ext cx="411480" cy="41148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892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235000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255117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$999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99008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319125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Overrides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6301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383133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deploy, wrong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234440"/>
            <a:ext cx="1965960" cy="3108960"/>
          </a:xfrm>
          <a:prstGeom prst="roundRect">
            <a:avLst>
              <a:gd name="adj" fmla="val 5581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399032"/>
            <a:ext cx="411480" cy="41148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1892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Block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7168" y="235000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87168" y="255117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disables Buy Now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87168" y="299008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87168" y="319125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Request URL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87168" y="36301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87168" y="383133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outage, ad-blocker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1234440"/>
            <a:ext cx="1965960" cy="3108960"/>
          </a:xfrm>
          <a:prstGeom prst="roundRect">
            <a:avLst>
              <a:gd name="adj" fmla="val 5581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1399032"/>
            <a:ext cx="411480" cy="41148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1892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Check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4568" y="235000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44568" y="255117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rejects fast RTT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44568" y="299008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44568" y="319125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Throttle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44568" y="36301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44568" y="383133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dependency isolation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1234440"/>
            <a:ext cx="1965960" cy="3108960"/>
          </a:xfrm>
          <a:prstGeom prst="roundRect">
            <a:avLst>
              <a:gd name="adj" fmla="val 5581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69480" y="1399032"/>
            <a:ext cx="411480" cy="41148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1892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Header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01968" y="235000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01968" y="255117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header missing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01968" y="299008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01968" y="319125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Headers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01968" y="36301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01968" y="383133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feature flags, API contracts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572000"/>
            <a:ext cx="8503920" cy="0"/>
          </a:xfrm>
          <a:prstGeom prst="line">
            <a:avLst/>
          </a:prstGeom>
          <a:noFill/>
          <a:ln w="12700">
            <a:solidFill>
              <a:srgbClr val="252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62686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4 scenarios must be cleared in order — each one unlocks the next.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34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572768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app. Start DevTools. Complete checkout.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03020" y="3264408"/>
            <a:ext cx="1554480" cy="347472"/>
          </a:xfrm>
          <a:prstGeom prst="roundRect">
            <a:avLst>
              <a:gd name="adj" fmla="val 23684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33375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32204" y="3264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86100" y="3264408"/>
            <a:ext cx="2377440" cy="347472"/>
          </a:xfrm>
          <a:prstGeom prst="roundRect">
            <a:avLst>
              <a:gd name="adj" fmla="val 23684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86100" y="32644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DevTools: F12 / Cmd+Opt+I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92140" y="3264408"/>
            <a:ext cx="2148840" cy="347472"/>
          </a:xfrm>
          <a:prstGeom prst="roundRect">
            <a:avLst>
              <a:gd name="adj" fmla="val 23684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92140" y="326440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tab → start here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scenarios in order. Each one auto-completes when you solve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WHAT YOU LEARN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teaches one transferable skill.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Local Overrides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" y="16459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LEARNED: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84632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any API response without touching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" y="23957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UI behavior before backend is fixed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Block Request URL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6459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19472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third-party failures instantly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22128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19472" y="23957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graceful degradation when a vendor goes 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Per-Request Throttle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474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one endpoint while the rest stays fast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4041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" y="4224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which dependency is causing slowness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99232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161B27"/>
          </a:solidFill>
          <a:ln w="12700">
            <a:solidFill>
              <a:srgbClr val="252A3A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9472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Override Headers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3474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19472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any response header into a live request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4041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19472" y="4224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CORS, feature flags, and API contract mismatches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WHAT YOU LEARN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161B27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572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reproduce it."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161B27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2700000">
              <a:srgbClr val="4ADE8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24505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670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exactly why it happens."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8638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02352" y="7498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production without code access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167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assumptions before filing a ticket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4708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02352" y="18105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third-party failures from your own bugs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774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2352" y="2340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network conditions per endpoint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90779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02352" y="28712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 without a staging environment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438144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02352" y="3401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actionable, reproducible bug reports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365760" y="4462272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161B27"/>
          </a:solidFill>
          <a:ln w="25400">
            <a:solidFill>
              <a:srgbClr val="7C5CF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like a production engineer."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Chrome DevTools Playground</dc:title>
  <dc:subject>PptxGenJS Presentation</dc:subject>
  <dc:creator>DevTools Workshop</dc:creator>
  <cp:lastModifiedBy>DevTools Workshop</cp:lastModifiedBy>
  <cp:revision>1</cp:revision>
  <dcterms:created xsi:type="dcterms:W3CDTF">2026-06-30T22:12:36Z</dcterms:created>
  <dcterms:modified xsi:type="dcterms:W3CDTF">2026-06-30T22:12:36Z</dcterms:modified>
</cp:coreProperties>
</file>